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AI 赋能产研效率提升分享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**分享人**: 玉欣 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**日期**: 2026 年 3 月 9 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**部门**: 供应链产品组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OpenClaw 使用场景与价值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2. 免费 AI 工具对比分析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产品侧 AI 应用（笨鸟案例）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4. 研发侧 AI 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5. 落地行动计划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6. 现场演示与互动（15min）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一、OpenClaw 使用场景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**定位**: AI Agent 运行框架，让 AI 具备执行实际任务的能力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**核心能力**: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文件操作（读/写/编辑）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浏览器自动化（抓取/截图/交互）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命令行执行（脚本/工具调用）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消息发送（微信/Telegram/钉钉）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子代理协作（多任务并行处理）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**部署方式**: 本地部署 + 云端网关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供应链产品场景效率对比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工作场景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传统方式耗时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赋能后耗时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效率提升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36576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竞品分析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2-3 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数据报表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 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需求文档撰写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 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业务流程梳理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45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用户反馈分析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二、免费 AI 工具对比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工具名称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知识库上传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对话能力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聪明度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费用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推荐指数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--|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--|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36576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OpenClaw+Qwen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 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 星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Claude 3 Haiku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 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免费额度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 星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ChatGPT 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不支持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 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 星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中等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 星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通义千问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中等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星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部署方案参考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适合：本地化部署、企业数据安全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npm install -g openclaw</a:t>
            </a:r>
            <a:br/>
            <a:r>
              <a:t>openclaw gateway start</a:t>
            </a:r>
            <a:br/>
            <a:r>
              <a:t>openclaw configure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适合：构建企业专属知识库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4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git clone https://github.com/langgenius/dify.git</a:t>
            </a:r>
            <a:br/>
            <a:r>
              <a:t>cd dify/docker</a:t>
            </a:r>
            <a:br/>
            <a:r>
              <a:t>docker compose up -d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三、产品侧 AI 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【角色设定】资深供应链产品经理</a:t>
            </a:r>
            <a:br/>
            <a:r>
              <a:t>【任务】生成【供应商批量改价功能】PRD</a:t>
            </a:r>
            <a:br/>
            <a:r>
              <a:t>【输出结构】</a:t>
            </a:r>
            <a:br/>
            <a:r>
              <a:t>  1. 背景与业务目标</a:t>
            </a:r>
            <a:br/>
            <a:r>
              <a:t>  2. 用户故事地图</a:t>
            </a:r>
            <a:br/>
            <a:r>
              <a:t>  3. 功能列表与优先级</a:t>
            </a:r>
            <a:br/>
            <a:r>
              <a:t>  4. 业务流程图</a:t>
            </a:r>
            <a:br/>
            <a:r>
              <a:t>  5. 原型描述</a:t>
            </a:r>
            <a:br/>
            <a:r>
              <a:t>  6. 数据埋点方案</a:t>
            </a:r>
            <a:br/>
            <a:r>
              <a:t>  7. 风险评估</a:t>
            </a:r>
            <a:br/>
            <a:r>
              <a:t>【约束条件】支持 Excel 导入、需审批流、考虑并发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【角色设定】电商竞品分析专家</a:t>
            </a:r>
            <a:br/>
            <a:r>
              <a:t>【任务】分析【京东企业购】供应商管理功能</a:t>
            </a:r>
            <a:br/>
            <a:r>
              <a:t>【输出框架】</a:t>
            </a:r>
            <a:br/>
            <a:r>
              <a:t>  1. 功能架构图</a:t>
            </a:r>
            <a:br/>
            <a:r>
              <a:t>  2. 核心业务流程</a:t>
            </a:r>
            <a:br/>
            <a:r>
              <a:t>  3. 亮点功能拆解</a:t>
            </a:r>
            <a:br/>
            <a:r>
              <a:t>  4. 可借鉴点（3-5 条）</a:t>
            </a:r>
            <a:br/>
            <a:r>
              <a:t>  5. 差异化建议</a:t>
            </a:r>
            <a:br/>
            <a:r>
              <a:t>【信息来源】基于公开资料与体验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AI 生成流程图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请用 Mermaid 语法绘制笨鸟商城退货业务流程图</a:t>
            </a:r>
            <a:br/>
            <a:r>
              <a:t>流程节点：</a:t>
            </a:r>
            <a:br/>
            <a:r>
              <a:t>1. 工程师在 App 发起退货申请</a:t>
            </a:r>
            <a:br/>
            <a:r>
              <a:t>2. 系统校验订单状态（是否完成核销）</a:t>
            </a:r>
            <a:br/>
            <a:r>
              <a:t>3. 商家审核（通过/驳回）</a:t>
            </a:r>
            <a:br/>
            <a:r>
              <a:t>4. 通过后生成退货地址</a:t>
            </a:r>
            <a:br/>
            <a:r>
              <a:t>5. 工程师寄回并填写物流单号</a:t>
            </a:r>
            <a:br/>
            <a:r>
              <a:t>6. 商家收货验货</a:t>
            </a:r>
            <a:br/>
            <a:r>
              <a:t>7. 仓库入库确认</a:t>
            </a:r>
            <a:br/>
            <a:r>
              <a:t>8. 财务退款到工程师账户</a:t>
            </a:r>
            <a:br/>
            <a:r>
              <a:t>要求：标注各节点负责人，区分系统自动与人工审核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笨鸟案例 1：商品搜索优化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工程师反馈搜不到商品，投诉率高企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近 30 天搜索无结果关键词：2000+ 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搜索无结果率：23%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导出搜索日志，AI 聚类分析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2. 识别 Top10 问题类型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对比竞品（震坤行、京东工业）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4. 输出优化方案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**问题分类占比**: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别名/俗称（42%）：如"螺丝"vs"螺钉"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型号不完整（28%）：如"6204"vs"6204-2RS"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拼写错误（15%）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类目错配（10%）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**优化措施**: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建立同义词库（AI 辅助生成）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支持模糊匹配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3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搜索日志持续训练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59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**最终结果**: 搜索无结果率 **23% → 8%**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笨鸟案例 2：批量改价功能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商家反馈改价效率低，单个商品改价需 30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竞品分析（阿里 1688、京东企业购）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2. PRD 初稿生成（节省 80% 时间）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原型 HTML 代码生成（可预览）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4. 测试用例生成（覆盖边界场景）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Excel 导入改价（SKU+ 价格）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批量选择改价（列表勾选）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公式改价（统一上调/下调%）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改价审批流（大额需审核）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改价记录追溯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笨鸟案例 3：天工消息推送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后台配置消息后，需精准推送给商家/工程师/用户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推送规则引擎设计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2. 用户分群标签体系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推送效果追踪方案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IF 用户类型 == "商家" </a:t>
            </a:r>
            <a:br/>
            <a:r>
              <a:t>   AND 店铺类型 == "自营"</a:t>
            </a:r>
            <a:br/>
            <a:r>
              <a:t>   AND 所在区域 IN ["重庆", "成都"]</a:t>
            </a:r>
            <a:br/>
            <a:r>
              <a:t>   AND 近 7 天有订单</a:t>
            </a:r>
            <a:br/>
            <a:r>
              <a:t>THEN 推送"新促销活动通知"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四、研发侧 AI 应用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场景类型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人工介入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--|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36576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简单页面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直接生成可用代码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少量调整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CRUD 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生成完整代码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Review 即可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复杂业务逻辑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生成框架代码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深度调整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单元测试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生成测试用例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补充边界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23774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**P0 必须**: HTML/CSS 基础、前后端分离概念、API 接口定义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**P1 建议**: 数据库基础、Git 版本管理、认证授权原理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代码生成案例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【任务】生成笨鸟商城库存查询 API 代码</a:t>
            </a:r>
            <a:br/>
            <a:r>
              <a:t>【技术栈】</a:t>
            </a:r>
            <a:br/>
            <a:r>
              <a:t>- Node.js + Express</a:t>
            </a:r>
            <a:br/>
            <a:r>
              <a:t>- MySQL 数据库</a:t>
            </a:r>
            <a:br/>
            <a:r>
              <a:t>- JWT 认证</a:t>
            </a:r>
            <a:br/>
            <a:r>
              <a:t>- Redis 缓存</a:t>
            </a:r>
            <a:br/>
            <a:r>
              <a:t>【需求】</a:t>
            </a:r>
            <a:br/>
            <a:r>
              <a:t>1. 支持按 SKU/商品 ID 查询</a:t>
            </a:r>
            <a:br/>
            <a:r>
              <a:t>2. 返回各仓库库存数量</a:t>
            </a:r>
            <a:br/>
            <a:r>
              <a:t>3. 区分工程师/商家权限</a:t>
            </a:r>
            <a:br/>
            <a:r>
              <a:t>4. 缓存热点数据</a:t>
            </a:r>
            <a:br/>
            <a:r>
              <a:t>【输出】完整代码 + 单元测试 + API 文档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研发对话模版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【角色】资深后端工程师</a:t>
            </a:r>
            <a:br/>
            <a:r>
              <a:t>【任务】Review 代码，指出问题</a:t>
            </a:r>
            <a:br/>
            <a:r>
              <a:t>【检查维度】</a:t>
            </a:r>
            <a:br/>
            <a:r>
              <a:t>  1. 潜在 bug</a:t>
            </a:r>
            <a:br/>
            <a:r>
              <a:t>  2. 性能问题</a:t>
            </a:r>
            <a:br/>
            <a:r>
              <a:t>  3. 安全漏洞</a:t>
            </a:r>
            <a:br/>
            <a:r>
              <a:t>  4. 可优化点</a:t>
            </a:r>
            <a:br/>
            <a:r>
              <a:t>【输出格式】表格列出问题 + 修复建议 + 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【问题描述】工程师 App 库存显示为 0 但数据库有</a:t>
            </a:r>
            <a:br/>
            <a:r>
              <a:t>【错误日志】[粘贴完整日志]</a:t>
            </a:r>
            <a:br/>
            <a:r>
              <a:t>【相关代码】[粘贴代码片段]</a:t>
            </a:r>
            <a:br/>
            <a:r>
              <a:t>【已尝试方案】重启服务、清空缓存 - 均无效</a:t>
            </a:r>
            <a:br/>
            <a:r>
              <a:t>【请分析】可能原因、排查步骤、修复方案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代码验证清单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验证维度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检查点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辅助方式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--|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--|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73152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语法正确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无编译错误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静态分析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逻辑正确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边界条件处理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生成测试用例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时间空间复杂度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复杂度分析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SQL 注入/XSS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安全扫描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规范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代码风格统一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Lint 检查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五、落地行动计划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完成标准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截止时间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--|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36576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OpenClaw 环境搭建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研发组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本地可运行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月 14 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账号配置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全员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每人可用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月 14 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基础培训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玉欣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 小时分享会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月 15 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Prompt 模版库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全员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共享文档 10+ 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 月 20 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第二阶段：场景试点（2-4 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试点场景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产品侧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研发侧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预期效果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--|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--|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36576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需求文档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生成初稿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辅助评审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时间 -60%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接口设计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API 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代码生成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时间 -30%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测试用例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场景补充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用例生成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覆盖率 +40%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数据分析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报表生成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SQL 辅助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时间 -70%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第三阶段：全面推广（1-2 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**关键结果 KR**: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KR1: 80% 的 PRD 初稿由 AI 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KR2: 需求分析时间从 2h 降至 30min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KR3: 代码 Review 效率提升 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KR4: 建立团队知识库，AI 可回答 60% 常见问题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KR5: 输出 3 个标杆案例，全公司分享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**验收时间**: 4 月 30 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六、现场演示（15min）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**环境检查**: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OpenClaw 网关已启动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模型配置已完成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演示用例已准备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**备选方案**: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录屏备份（防网络问题）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截图备用（防演示失败）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演示内容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**输入**: "工程师 App 库存核销优化功能"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**AI 输出**: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用户故事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功能列表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业务流程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原型描述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**输入**: 库存核销业务流程文字描述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**AI 输出**: Mermaid 流程图代码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**展示**: 在 mermaid.live 在线渲染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**输入**: 库存查询接口需求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**AI 输出**: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API 代码框架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单元测试用例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API 文档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互动练习（10min）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**产品组**: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用 AI 生成"工程师 App 库存核销优化"需求文档初稿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**研发组**: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用 AI 生成库存核销接口的代码框架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**运营组**: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用 AI 分析近 30 天用户反馈，输出 Top5 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**时间安排**: 10 分钟实践 + 5 分钟分享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后续跟进计划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**共享文档**: 产品组/AI 分享/Prompt 模版库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**贡献机制**: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每人每周至少贡献 1 个有效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标注使用场景和效果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月度评选最佳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**分类结构**: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需求分析类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竞品分析类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文档撰写类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流程图类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代码辅助类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需求收集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**产品组**: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需要哪些文档模版？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哪些重复工作可 AI 化？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**研发组**: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哪些代码可 AI 生成？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需要哪些代码 Review 辅助？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**运营组**: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哪些数据分析可自动化？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需要哪些报表生成？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**收集方式**: 共享文档/在线表单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学习资源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链接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说明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36576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OpenClaw 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https://docs.openclaw.ai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官方使用文档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Prompt 工程指南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https://www.promptingguide.ai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系统化学习 Prompt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Mermaid 语法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https://mermaid.js.org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流程图工具文档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编程工具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https://cursor.sh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 代码编辑器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工具推荐组合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使用场景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推荐工具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费用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36576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日常对话问答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OpenClaw+Qwen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免费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长文档处理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免费额度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代码生成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$10/月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流程图绘制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Mermaid+AI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免费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企业知识库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免费开源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Q&amp;A 环节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**联系方式**: 玉欣 PM（内部 IM）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**文档获取**: 共享文档/产品组/AI 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**反馈收集**: 请各组提交 AI 使用需求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**核心观点**: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AI 不是替代，是赋能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2. 先从简单场景入手，逐步深入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建立团队 Prompt 库，沉淀最佳实践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4. 持续学习，保持对新技术的敏感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**行动号召**: 今天就开始用 AI 完成一项工作！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_版本：v3.0 | 最后更新：2026 年 3 月 9 日_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_分享人：玉欣 PM | 供应链产品组_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